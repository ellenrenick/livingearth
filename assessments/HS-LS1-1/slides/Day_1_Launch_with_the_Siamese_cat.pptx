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1: The Siamese cat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Unit 2.1: DNA to Proteins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DNA holds the instructions for building proteins (LS1-1.2)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Illustrations in this unit are simplified.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Notice and wonder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Look at the photos of an adult Siamese cat and a newborn Siamese kitten.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2 things you notice.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2 things you wonder.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Where is the cat dark? Where is it cream? What about the kitten?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 1: Temperature and fur color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Body part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Skin temp (°C)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Fur color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Back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Belly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Upper leg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Cream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Nose / face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Tail tip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Dark brown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8114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Simplified class data. What pattern do you see? (Question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Think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kitten is born almost white. The dark parts show up in the first weeks.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Use the temperature data to suggest why (Question 2).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newborn is warm all over before birth.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Data 2: Litters of kittens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Litter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Mother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Father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Siamese-pattern kittens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Solid kittens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Siamese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Solid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8114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1F3A5F"/>
                </a:solidFill>
              </a:defRPr>
            </a:pPr>
            <a:r>
              <a:t>Simplified class data. Describe each type of pair (Questions 3 and 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DNA in every cell stores instructions.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gene is a section of DNA with the instructions for one protein.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Proteins do jobs for the cell.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 kitten gets one set of chromosomes (long DNA molecules with many genes) from each parent.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Big question for the 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can a difference in DNA change which parts of a cat are dark?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Draw your initial model (Question 8): what is inside the cat's cells that leads to dark ears, paws, and tail?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We will revise it on Day 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Exit ticket: CFA LS1-1.2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6 minutes, on your own.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Then finish the Day 1 assignment in Canvas.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