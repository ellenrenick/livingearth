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5: Same DNA, different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DNA, through proteins, gives different cells their different jobs (LS1-1.5)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Warm-up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Your skin cells and your nerve cells have the same DNA.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Why are they so different?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Every cell has the same DNA, including all the genes.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Each kind of cell uses a different set of genes.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proteins a cell makes decide its job.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In a cat, only pigment-making cells use the gene for the pigment-making protein.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A: two kinds of cells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39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Cell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Genes in cell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Proteins made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Job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 and 2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Carries signals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3 and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Squeezes to move the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154679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Same DNA? Why different jobs?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B: cells in a Siamese cat's 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Which cells have the gene for the pigment-making protein?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Which cells make the protein?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Fill in the table: pigment-making cell, skin cell, nerve cell.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C: where does the protein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One amino acid is different. The protein works only in skin cooler than about 33 °C (a simplified number).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Use the temperatures to fill in each body part: protein works? Fur dark or cream?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83464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Body part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Skin temp (°C)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Ear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Nose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Paw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Tail tip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Upper leg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Belly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Explain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Use the words DNA, gene, protein, and job to explain why a Siamese cat has dark points.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Then: Exit ticket CFA LS1-1.5 (6 minutes).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