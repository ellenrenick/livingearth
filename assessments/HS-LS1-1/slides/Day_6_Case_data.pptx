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6: Case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use case data to explain how a DNA change affects the body (LS1-1.5)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Warm-up: the chain for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One-letter DNA change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one different amino acid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a protein that works only in cool skin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dark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Case 1: Siamese and solid cats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Solid cat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Siamese cat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Usual sequence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letter different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Amino acid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Usual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amino acid different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Where protein works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At every temperature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Only below about 33 °C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all 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points, cream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Case 2: a human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Person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Protein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Symptoms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Works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base 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amino acid different; works poorly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Compare the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are they alike? How are they different?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Why does a change in DNA change what a protein can do?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What do the Day 1 litter data tell you about the changed gene in Case 1?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Write: claim, evidence,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what caused the Siamese cat's dark points?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 from the data.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how does a one-letter DNA change lead to dark color only on the cooler body parts?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6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