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7: Review and back to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Today: fix what you missed, revise your model, and explain the phenomenon.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Find your focus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your six CFA scores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Scored below a 3 on a CFA? Do the matching section of the Review page.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Everyone does Vocabulary and Write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Review work time 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Open the Review page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Vocabulary, then the sections for the CFAs you need.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Check your answers on the key your teacher shares.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Revise your Day 1 model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DNA with the gene.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one-letter change.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copy-then-read path and the amino acid chain with one amino acid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protein working only in cool skin, and the dark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two Siamese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warm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cool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Light 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Why are the cool-room kitten's ears darker?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your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why are the cool-room kitten's ears darker?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DNA, gene, protein, and what the amino acid change does.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Submit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