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Day 7: Review and back to the cat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Today: fix what you missed, revise your model, and explain the phenomenon.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Find your focus (5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Look at your six CFA scores in Canvas.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Your goal on every CFA is at least a 3.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Below a 3? A review opened in your Mastery Path. Do it.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Everyone does Vocabulary and Write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Review work time (20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Do the Mastery Path reviews that opened for you.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Then do the Vocabulary in Part 1 of your Day 7 assignment.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Revise your Day 1 model (8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Show: DNA with the gene.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Show: the one-letter change.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Show: the copy-then-read path and the amino acid chain with one amino acid different.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Show: the protein working only in cool skin, and the dark points.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Write It: two Siamese kittens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54864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Raised warm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Raised cool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Ear skin temp (°C)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Ear fur color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Light tan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Dark brown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Back skin temp (°C)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EAF4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Back fur color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Cream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22222"/>
                          </a:solidFill>
                        </a:defRPr>
                      </a:pPr>
                      <a:r>
                        <a:t>Cream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2519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1F3A5F"/>
                </a:solidFill>
              </a:defRPr>
            </a:pPr>
            <a:r>
              <a:t>Why are the cool-room kitten's ears darker?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Write It: your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Claim: why are the cool-room kitten's ears darker?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Evidence: at least two numbers.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Reasoning: DNA, gene, protein, and what the amino acid change does.</a:t>
            </a:r>
          </a:p>
          <a:p>
            <a:pPr>
              <a:spcAft>
                <a:spcPts val="1000"/>
              </a:spcAft>
              <a:defRPr sz="2600">
                <a:solidFill>
                  <a:srgbClr val="222222"/>
                </a:solidFill>
              </a:defRPr>
            </a:pPr>
            <a:r>
              <a:t>• Submit in Canvas.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66666"/>
                </a:solidFill>
              </a:defRPr>
            </a:pPr>
            <a:r>
              <a:t>Unit 2.1: DNA to Proteins  | 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