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Day 7: Review and back to the cat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Today: fix what you missed, revise your model, and explain the phenomenon.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Find your focus 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Look at your six CFA scores in Canvas.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Scored below about 67% on a CFA? Do the matching section of the Review page.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Everyone does Vocabulary and Write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Review work time (20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Open the Review page in Canvas.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Do Vocabulary, then the sections for the CFAs you need.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Check your answers on the key your teacher shares.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Revise your Day 1 model (8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Show: DNA with the gene.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Show: the one-letter change.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Show: the copy-then-read path and the amino acid chain with one amino acid different.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Show: the protein working only in cool skin, and the dark points.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Write It: two Siamese kittens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4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Raised warm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Raised cool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Ear skin temp (°C)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Ear fur color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Light tan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Dark brown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Back skin temp (°C)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Back fur color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519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1F3A5F"/>
                </a:solidFill>
              </a:defRPr>
            </a:pPr>
            <a:r>
              <a:t>Why are the cool-room kitten's ears darker?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Write It: your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Claim: why are the cool-room kitten's ears darker?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Evidence: at least two numbers.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Reasoning: DNA, gene, protein, and what the amino acid change does.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Submit in Canvas.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