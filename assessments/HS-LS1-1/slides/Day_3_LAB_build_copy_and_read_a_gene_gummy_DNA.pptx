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Day 3 LAB: Build, copy, and read a gene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Today's target: a gene's message is copied, and the copy is read to build a chain of amino acids (LS1-1.3)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idea: copy, then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DNA stays safe in the nucleus.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The cell COPIES the gene's message from the template strand.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The COPY is read three letters at a time.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Each triplet gives one amino acid. The amino acids make a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Base key and code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Red = A   Yellow = T   Green = C   Orange = 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DNA triplet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Amino acid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DNA triplet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Amino acid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ATG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AGA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Arg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CTG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Leu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TTT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Phe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GAC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Asp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Do not eat lab materials until your teacher says you may.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Toothpicks are sharp.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Tell your teacher about any food allergy.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Clean up your table and wash your hands.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Part A and B 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A: build the template strand  T A C  C C T  G A C  A A A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B: build the partner strand (A with T, C with G) and make the ladder.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Have your teacher check the ladder.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Part C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Pull the strands apart. Keep the template.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Build the COPY by pairing with the template.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Read the copy three letters at a time with the code table.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Write the amino acid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Part D (7 min): change one letter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Change the 4th base of the template: it becomes T A C  T C T  G A C  A A A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Build the new copy and read it.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How many amino acids changed? Which one?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Predict: could this protein work differently?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Connect questions: what did one letter do? How is the model different from real DNA?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Clean up.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Exit ticket: CFA LS1-1.3 (6 minutes).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