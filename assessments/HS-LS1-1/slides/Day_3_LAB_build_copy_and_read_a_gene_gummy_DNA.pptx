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Day 3 LAB: Build, copy, and read a gene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Today's target: a gene's message is copied, and the copy is read to build a chain of amino acids (LS1-1.3)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1 of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The idea: copy, then read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DNA stays safe in the nucleus.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The cell COPIES the gene's message from the template strand.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The COPY is read three letters at a time.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Each triplet gives one amino acid. The amino acids make a chain.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2 of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Base key and code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Red = A   Yellow = T   Green = C   Orange = G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286000"/>
          <a:ext cx="108813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0340"/>
                <a:gridCol w="2720340"/>
                <a:gridCol w="2720340"/>
                <a:gridCol w="2720340"/>
              </a:tblGrid>
              <a:tr h="548640"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DNA triplet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Amino acid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DNA triplet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Amino acid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ATG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Met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AGA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Arg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GGA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Gly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CTG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Leu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TTT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Phe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GAC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222222"/>
                          </a:solidFill>
                        </a:defRPr>
                      </a:pPr>
                      <a:r>
                        <a:t>Asp</a:t>
                      </a:r>
                    </a:p>
                  </a:txBody>
                  <a:tcPr>
                    <a:solidFill>
                      <a:srgbClr val="EAF4F3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3 of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Safety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Do not eat lab materials until your teacher says you may.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Toothpicks are sharp.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Tell your teacher about any food allergy.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Clean up your table and wash your hands.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4 of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Part A and B (14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A: build the template strand  T A C  C C T  G A C  A A A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B: build the partner strand (A with T, C with G) and make the ladder.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Have your teacher check the ladder.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5 of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Part C 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Pull the strands apart. Keep the template.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Build the COPY by pairing with the template.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Read the copy three letters at a time with the code table.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Write the amino acid chain.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6 of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Part D (7 min): change one letter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Change the 4th base of the template: it becomes T A C  T C T  G A C  A A A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Build the new copy and read it.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How many amino acids changed? Which one?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Predict: could this protein work differently?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7 of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Wrap 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Connect questions: what did one letter do? How is the model different from real DNA?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Clean up.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Exit ticket: CFA LS1-1.3 (6 minutes).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8 of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