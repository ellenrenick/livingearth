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Day 8: Unit Assessment (CSA)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HS-LS1-1: DNA to Proteins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45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Before you begin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Work alone. Put everything away except what your teacher allows.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Read each question carefully. Use the code table when it is given.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Part 1: matching. Part 2: multiple choice. Part 3: free response.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Free response: use claim, evidence, and reasoning where asked.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Reminders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Do your best on every question.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Answer every question; do not leave blanks.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If you finish early, check your free responses.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Next class: we will review the free-response examples and revisit the Siamese cat.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