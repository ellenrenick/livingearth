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Day 8: Unit Assessment (CSA)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HS-LS1-1: DNA to Proteins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45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Before you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Work alone. Put everything away except what your teacher allows.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Read each question carefully. Use the code table when it is given.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Part 1: matching. Part 2: multiple choice. Part 3: free response.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Free response: use claim, evidence, and reasoning where asked.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Reminders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Do your best on every question.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Answer every question; do not leave blanks.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If you finish early, check your free responses.</a:t>
            </a:r>
          </a:p>
          <a:p>
            <a:pPr>
              <a:spcAft>
                <a:spcPts val="1000"/>
              </a:spcAft>
              <a:defRPr sz="2600">
                <a:solidFill>
                  <a:srgbClr val="222222"/>
                </a:solidFill>
              </a:defRPr>
            </a:pPr>
            <a:r>
              <a:t>• Next class: we will review the free-response examples and revisit the Siamese cat.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Unit 2.1: DNA to Proteins  | 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