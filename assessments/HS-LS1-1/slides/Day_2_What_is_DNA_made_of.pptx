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2: What is DNA made of?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describe DNA as a double helix built from nucleotides (LS1-1.1)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Yesterday: a gene in the cat's cells holds instructions for a protein.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Sketch what you think DNA looks like (1 minute).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Share with a partner.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DNA is a double helix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Two strands twisted like a ladder.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Built from nucleotides.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nucleotide: a sugar, a phosphate, and a base.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Sugars and phosphates make the sides (the backbone). Bases make the rungs.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Base pairing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Four bases: A, T, C, 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A pairs with T.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C pairs with 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The order of the bases is the message.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84048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Strand 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Partner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Part A: draw and label one nucleotide (pentagon, circle, rectangle).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Part B: write the partner strand for three sequences.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Part C: answer the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One letter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Solid cat:   A T G G G A C T G T T T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Siamese cat: A T G A G A C T G T T T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Illustration only (made-up letters). Where do they differ?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Could one letter change which parts of a cat are dark? We find out on Days 3 and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2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