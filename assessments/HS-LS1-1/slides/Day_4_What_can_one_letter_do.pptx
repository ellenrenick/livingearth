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Day 4: What can one letter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Today's target: changing one DNA base can change a protein and what it does (LS1-1.4)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Warm-up: recap 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When one letter changed in the lab, how many amino acids changed?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Base order sets amino acid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Three things a one-letter change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1. Change one amino acid in the chain (the protein may work differently).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2. Change whether or when a protein is made (a change in a switch next to a gene).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3. Change nothing noticeable (same amino acid, or no gene or switch involved).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Not every change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Code table for the card sort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DNA triplet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Amino acid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DNA triplet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Amino acid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GGA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Gly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AGA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GAA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Glu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CTG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Leu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CCG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Card sort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Sort cards A to F into three categories and write your reason on each.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A: Siamese cat, GGA becomes AGA     B: GAG becomes GAA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C: CTG becomes CCG     D: change in DNA with no gene or switch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E: change that turns a gene off for good     F: human gene, GAG becomes GTG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Siamese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Card A is the real change: one amino acid in the pigment-making protein is different.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 protein still forms, but it stops working at warm body temperatures.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It works only in the cooler ears, nose, paws, and tail tip.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How does this explain the dark points and the white newborn?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Exit ticket: CFA LS1-1.4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6 minutes, on your own.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Then finish the Day 4 assignment in Canvas.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