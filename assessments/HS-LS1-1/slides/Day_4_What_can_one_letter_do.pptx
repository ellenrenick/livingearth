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4: What can one letter 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changing one DNA base can change a protein and what it does (LS1-1.4)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Warm-up: recap Part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When one letter changed in the lab, how many amino acids changed?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Base order sets amino acid 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Three things a one-letter change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1. Change one amino acid in the chain (the protein may work differently).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2. Change whether or when a protein is made (a change in a switch next to a gene).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3. Change nothing noticeable (same amino acid, or no gene or switch involved).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Not every change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Code table for the card sort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Arg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Glu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CTG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Leu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Card sort 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Sort cards A to F into three categories and write your reason on each.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A: Siamese cat, GGA becomes AGA     B: GAG becomes GAA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C: CTG becomes CCG     D: change in DNA with no gene or switch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E: change that turns a gene off for good     F: human gene, GAG becomes GTG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Siamese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Card A is the real change: one amino acid in the pigment-making protein is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protein still forms, but it stops working at warm body temperatures.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It works only in the cooler ears, nose, paws, and tail tip.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does this explain the dark points and the white newborn?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4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